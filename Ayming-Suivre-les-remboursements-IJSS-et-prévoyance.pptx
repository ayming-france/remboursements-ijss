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recuperer-ij/" TargetMode="External"/><Relationship Id="rId4" Type="http://schemas.openxmlformats.org/officeDocument/2006/relationships/hyperlink" Target="https://ayming-france.github.io/collecte-et-traitement-des-arret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externalisation-ijss-clinique-du-parc/?utm_source=slides-sales&amp;utm_medium=print&amp;utm_campaign=remboursements-ijs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895527" y="2007938"/>
            <a:ext cx="3238418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38738" y="2007938"/>
            <a:ext cx="3238418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4775626"/>
            <a:ext cx="1758509" cy="39051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