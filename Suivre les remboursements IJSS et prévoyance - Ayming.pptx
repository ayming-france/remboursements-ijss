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ayming-france.github.io/recuperer-ij/" TargetMode="External"/><Relationship Id="rId4" Type="http://schemas.openxmlformats.org/officeDocument/2006/relationships/hyperlink" Target="https://ayming-france.github.io/collecte-et-traitement-des-arrets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externalisation-ijss-clinique-du-parc/?utm_source=slides-sales&amp;utm_medium=print&amp;utm_campaign=remboursements-ijss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317510" y="1870578"/>
            <a:ext cx="3608524" cy="37695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265660" y="1870578"/>
            <a:ext cx="3608524" cy="376954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58529" y="4954581"/>
            <a:ext cx="1959481" cy="43514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