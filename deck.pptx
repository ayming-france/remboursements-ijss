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jpg"/><Relationship Id="rId3" Type="http://schemas.openxmlformats.org/officeDocument/2006/relationships/hyperlink" Target="https://ayming-france.github.io/recuperer-ij/" TargetMode="External"/><Relationship Id="rId4" Type="http://schemas.openxmlformats.org/officeDocument/2006/relationships/hyperlink" Target="https://ayming-france.github.io/collecte-et-traitement-des-arrets/" TargetMode="Externa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jpg"/><Relationship Id="rId3" Type="http://schemas.openxmlformats.org/officeDocument/2006/relationships/hyperlink" Target="https://www.ayming.fr/temoignages-clients/externalisation-ijss-clinique-du-parc/?utm_source=slides-sales&amp;utm_medium=print&amp;utm_campaign=remboursements-ijss&amp;utm_content=testimonial" TargetMode="Externa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jp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jp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jp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>
            <a:hlinkClick r:id="rId3"/>
          </p:cNvPr>
          <p:cNvSpPr/>
          <p:nvPr/>
        </p:nvSpPr>
        <p:spPr>
          <a:xfrm>
            <a:off x="2895527" y="2007938"/>
            <a:ext cx="3238418" cy="3382927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>
            <a:hlinkClick r:id="rId4"/>
          </p:cNvPr>
          <p:cNvSpPr/>
          <p:nvPr/>
        </p:nvSpPr>
        <p:spPr>
          <a:xfrm>
            <a:off x="6438738" y="2007938"/>
            <a:ext cx="3238418" cy="3382927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>
            <a:hlinkClick r:id="rId3"/>
          </p:cNvPr>
          <p:cNvSpPr/>
          <p:nvPr/>
        </p:nvSpPr>
        <p:spPr>
          <a:xfrm>
            <a:off x="1047723" y="4785150"/>
            <a:ext cx="1758509" cy="390515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